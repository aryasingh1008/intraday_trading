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I'll walk you through a project I built — an AI-powered stock trading assistant for Indian markets. It gives real-time buy/sell signals for 43 NIFTY 50 stocks, has a conversational AI chatbot you can ask any market question, and tracks your portfolio with live profit/loss.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simple — retail investors in India don't have access to the same tools as institutional investors. We built this to close that gap using AWS and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features cover the full investor lifecycle — discover, analyze, track, and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stack is serverless. There is no EC2, no RDS, no server to maintain. CloudFront sits at the edge, API Gateway routes requests, and Lambda functions handle all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service choice was deliberate. The key theme is serverless — we pay only when code runs, which means near-zero cost when the market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Lambda has a single responsibility. They share 4 common Lambda Layers — packages like pandas, yfinance, feedparser — so code isn't duplicated.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DynamoDB's TTL feature is the key to our caching strategy. We write stock data with an expiry timestamp, and DynamoDB automatically deletes it. No cleanup cron job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cache is the performance secret. After the first user triggers analysis for a stock, the next 299 seconds of requests are served from DynamoDB instantly — no Lambda cold start, no yfinance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scoring system starts at 50 — neutral. Each technical indicator adds or subtracts points based on what it's showing. The final score combined with news sentiment gives us the signal. It's transparent — we can explain exactly why every stock got its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chatbot uses AWS Bedrock's tool-use capability. The agent decides which tools to call, calls our Lambda functions, gets real data, and formats a response. Claude never makes up numbers — it uses real data from 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frontend is a single-page app hosted on S3. There's no server rendering. Every tab lazy-loads its data from our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intentionally built this with zero paid data subscriptions. yfinance is a Python library that wraps Yahoo Finance's public API. RSS feeds are free public news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6 functions are the heart of the system. SignalAgent is the brain that orchestrates everything — it calls TechnicalAgent and SentimentAgent, combines their scores, and produces the final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feature we planned is live and working. The system has been running in production on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stock market is only open 6.25 hours per day, 5 days per week — about 30% of the time. A traditional server charges 100% of the time. Our serverless setup charges near-zero during the 70% the market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AWS resource in this project is defined in Terraform HCL files. To recreate the entire platform in a new AWS account, you run one command: terraform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was built in from day one, not bolted on. Every piece of the system communicates via IAM roles — there are no API keys or passwords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beauty of the architecture is that it's modular. Adding Cognito doesn't change the signal engine. Adding mobile doesn't change the API. Each roadmap item is an isolated addition.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4114800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9720" y="3675887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3236976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0" y="2798064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2359152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01400" y="1920240"/>
            <a:ext cx="365760" cy="54864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0" y="1645920"/>
            <a:ext cx="457200" cy="73152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AI-Powered Intraday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4A020"/>
                </a:solidFill>
              </a:rPr>
              <a:t>Trading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</a:rPr>
              <a:t>Real-time NSE/BSE Stock Signals  ·  AWS Bedrock  ·  Lambda  ·  DynamoDB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4572000" cy="36576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F4A020"/>
                </a:solidFill>
              </a:rPr>
              <a:t>Built on 100% Serverless AWS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2377440" cy="411480"/>
          </a:xfrm>
          <a:prstGeom prst="rect">
            <a:avLst/>
          </a:prstGeom>
          <a:solidFill>
            <a:srgbClr val="1A2640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00600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⚡ Lambda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39" y="4754880"/>
            <a:ext cx="2377440" cy="411480"/>
          </a:xfrm>
          <a:prstGeom prst="rect">
            <a:avLst/>
          </a:prstGeom>
          <a:solidFill>
            <a:srgbClr val="1A2640"/>
          </a:solidFill>
          <a:ln w="190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4800600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DynamoDB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754880"/>
            <a:ext cx="2377440" cy="411480"/>
          </a:xfrm>
          <a:prstGeom prst="rect">
            <a:avLst/>
          </a:prstGeom>
          <a:solidFill>
            <a:srgbClr val="1A2640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4800600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🤖 Bedrock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59" y="4754880"/>
            <a:ext cx="2377440" cy="411480"/>
          </a:xfrm>
          <a:prstGeom prst="rect">
            <a:avLst/>
          </a:prstGeom>
          <a:solidFill>
            <a:srgbClr val="1A2640"/>
          </a:solidFill>
          <a:ln w="19050">
            <a:solidFill>
              <a:srgbClr val="C25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7" y="4800600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☁️ CloudFront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Did We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A020"/>
                </a:solidFill>
              </a:rPr>
              <a:t>The gap between retail investors and professional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47548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Professional analysis tools cost ₹10,000+/month — out of reach for retail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502920" cy="5486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011680"/>
            <a:ext cx="47548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3911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Markets move in minutes — manual research takes hours by then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98064"/>
            <a:ext cx="502920" cy="5486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16352"/>
            <a:ext cx="47548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🗞️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4378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News sentiment directly moves stock prices but is impossible to quantify manually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02736"/>
            <a:ext cx="502920" cy="5486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621024"/>
            <a:ext cx="47548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48456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Technical terms like RSI, MACD, Bollinger Bands confuse beginners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07408"/>
            <a:ext cx="502920" cy="5486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425696"/>
            <a:ext cx="47548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531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No one to ask 'Should I buy or sell THIS stock RIGHT NOW?'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89320"/>
            <a:ext cx="11274552" cy="68580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080759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B4F00"/>
                </a:solidFill>
              </a:rPr>
              <a:t>💡 Solution: Give every retail investor an AI analyst in their pocket — free, always-on, explains everything in plain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One Platform, Four Superpowers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05272" cy="246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353312"/>
            <a:ext cx="5276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A7F3C"/>
                </a:solidFill>
              </a:rPr>
              <a:t>📊  Live Signal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874519"/>
            <a:ext cx="527608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BUY / SELL / HOLD signals for all 43 NIFTY 50 stocks — refreshed every 5 minutes with price targets and stop-losses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188720"/>
            <a:ext cx="5605272" cy="246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5276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5699"/>
                </a:solidFill>
              </a:rPr>
              <a:t>🤖  AI Chat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27608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Ask in plain English: 'Should I buy ICICI?' — get a full analysis with reasoning, target price, risk level in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86200"/>
            <a:ext cx="5605272" cy="246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050791"/>
            <a:ext cx="5276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4A020"/>
                </a:solidFill>
              </a:rPr>
              <a:t>💼  Portfolio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572000"/>
            <a:ext cx="527608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Track every stock you hold. See live profit/loss per holding — day P&amp;L and total P&amp;L — updated in real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3886200"/>
            <a:ext cx="5605272" cy="246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50791"/>
            <a:ext cx="5276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A1628"/>
                </a:solidFill>
              </a:rPr>
              <a:t>❤️  Wishlist / Watchlist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72000"/>
            <a:ext cx="527608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Bookmark any stock with one click. Persists across sessions — never lose track of stocks you're watching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868680"/>
            <a:ext cx="3959352" cy="502920"/>
          </a:xfrm>
          <a:prstGeom prst="rect">
            <a:avLst/>
          </a:prstGeom>
          <a:solidFill>
            <a:srgbClr val="0D476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941832"/>
            <a:ext cx="377647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User Browser (Chrome / Mobile)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4A020"/>
                </a:solidFill>
              </a:rPr>
              <a:t>HTTPS 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91640"/>
            <a:ext cx="4873752" cy="566928"/>
          </a:xfrm>
          <a:prstGeom prst="rect">
            <a:avLst/>
          </a:prstGeom>
          <a:solidFill>
            <a:srgbClr val="C2570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764792"/>
            <a:ext cx="4690872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☁️ AWS CloudFront CDN   Singapore PoP · HTTP/2 · HTTP/3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Static files 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→ API /api/*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3108960" cy="566928"/>
          </a:xfrm>
          <a:prstGeom prst="rect">
            <a:avLst/>
          </a:prstGeom>
          <a:solidFill>
            <a:srgbClr val="155E75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24912"/>
            <a:ext cx="2926079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🪣 S3 Bucket (SPA Host)
Cached 1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5672" y="2651760"/>
            <a:ext cx="3108960" cy="566928"/>
          </a:xfrm>
          <a:prstGeom prst="rect">
            <a:avLst/>
          </a:prstGeom>
          <a:solidFill>
            <a:srgbClr val="155E75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2724912"/>
            <a:ext cx="2926079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🔀 API Gateway HTTP v2
15 routes · 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2" y="3246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4A020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611880"/>
            <a:ext cx="4873752" cy="621792"/>
          </a:xfrm>
          <a:prstGeom prst="rect">
            <a:avLst/>
          </a:prstGeom>
          <a:solidFill>
            <a:srgbClr val="1A7F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685032"/>
            <a:ext cx="4690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⚡ 13 Lambda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159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4A020"/>
                </a:solidFill>
              </a:rP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315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4A020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3159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A02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617720"/>
            <a:ext cx="338328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690872"/>
            <a:ext cx="320040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🗄️ DynamoDB
4 Tables
Cache · Wishlist · Portfolio · IV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617720"/>
            <a:ext cx="3383280" cy="960120"/>
          </a:xfrm>
          <a:prstGeom prst="rect">
            <a:avLst/>
          </a:prstGeom>
          <a:solidFill>
            <a:srgbClr val="3B0D60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690872"/>
            <a:ext cx="320040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🤖 AWS Bedrock
Claude 3.5 Haiku
3 Action 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4617720"/>
            <a:ext cx="3383280" cy="960120"/>
          </a:xfrm>
          <a:prstGeom prst="rect">
            <a:avLst/>
          </a:prstGeom>
          <a:solidFill>
            <a:srgbClr val="143A1A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690872"/>
            <a:ext cx="320040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🌐 External Data
yfinance · NSE India
5 RSS Feeds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AWS Services — Chosen for a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108960" cy="493775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152144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Serverless compute — zero idle cost. Scales to 0 when market is closed (nights/weekends)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1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1"/>
            <a:ext cx="3108960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7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🔀 API Gateway HTTP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82495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HTTP/2 + HTTP/3 support. 70% cheaper than REST API. CORS handled natively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57984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57984"/>
            <a:ext cx="3108960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☁️ CloudFront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12848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Global CDN. India users served from Singapore PoP (&lt;50ms). Caches JS/CSS for 1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88335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688335"/>
            <a:ext cx="3108960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24911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🪣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43199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Hosts entire frontend SPA (no web server needed) + temporary Excel export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18687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218687"/>
            <a:ext cx="3108960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3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🗄️ DynamoDB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273551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Serverless NoSQL. On-demand billing. TTL auto-expires cache — zero 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3108960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85615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🤖 Bedrock (Claude 3.5 Haiku)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03903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Managed LLM — no GPU servers. Pay per token. Tool-use API for structured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79392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79392"/>
            <a:ext cx="3108960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15968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📅 EventBridge 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334255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Cron jobs — warm cache every 5 min during market hours. No always-on server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09744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809744"/>
            <a:ext cx="3108960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29260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🔐 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864607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Least-privilege roles per Lambda. No hardcoded credentials anywhere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1097280"/>
            <a:ext cx="11457432" cy="493775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1143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11430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We Chose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1627631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673351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⚡ Lambda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1673351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Serverless compute — zero idle cost. Scales to 0 when market is closed (nights/weekends)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157984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203703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🔀 API Gateway HTTP v2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2203703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HTTP/2 + HTTP/3 support. 70% cheaper than REST API. CORS handled natively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2688335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734055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☁️ CloudFront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2734055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Global CDN. India users served from Singapore PoP (&lt;50ms). Caches JS/CSS for 1 year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18687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264407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🪣 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3264407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Hosts entire frontend SPA (no web server needed) + temporary Excel export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749039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794759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🗄️ DynamoDB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3794759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Serverless NoSQL. On-demand billing. TTL auto-expires cache — zero maintenance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279392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325112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🤖 Bedrock (Claude 3.5 Haiku)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4325112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Managed LLM — no GPU servers. Pay per token. Tool-use API for structured analysis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809744"/>
            <a:ext cx="11457432" cy="493775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855464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📅 EventBridge Scheduler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66160" y="4855464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Cron jobs — warm cache every 5 min during market hours. No always-on server needed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340096"/>
            <a:ext cx="11457432" cy="493775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385816"/>
            <a:ext cx="292608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🔐 IAM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5385816"/>
            <a:ext cx="813816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Least-privilege roles per Lambda. No hardcoded credentials anywhere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309360"/>
            <a:ext cx="11457432" cy="41148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400800"/>
            <a:ext cx="111831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B4F00"/>
                </a:solidFill>
              </a:rPr>
              <a:t>💡  Total estimated monthly cost at moderate usage: $2–5 USD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13 Lambda Functions — Each Does One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91440" cy="3968496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3C"/>
                </a:solidFill>
              </a:rPr>
              <a:t>API-Serving Lambdas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trading-stocks-signal — Main engine: fetches live prices, runs 10 technical indicators, generates BUY/SELL/HOLD signals for all 43 stocks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trading-options-analysis — Analyzes NSE options chains: PCR, IV percentile, max pain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trading-news-sentiment — Scrapes 6 RSS feeds, runs VADER sentiment analysis, returns top 20 headlines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trading-wishlist — Watchlist CRUD: add/remove/list stocks per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trading-portfolio — Holdings tracker: buy price/qty, live prices, day P&amp;L + total 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trading-market-status — Returns NSE open/closed (9:15 AM – 3:30 PM IST, weekdays)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trading-excel-export — Excel report for 43 stocks → S3 → 1-hour pre-signed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trading-cache-clear — Manual DynamoDB cache flush (admin/debug)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76088"/>
            <a:ext cx="91440" cy="2139696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27608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5699"/>
                </a:solidFill>
              </a:rPr>
              <a:t>AI Chat Lambdas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96127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trading-bedrock-chat — Proxies user messages to Bedrock agent, appends follow-up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53327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trading-bedrock-technical-tool — Action Group: RSI, MACD, EMA, Bollinger, ADX, score, reasons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7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trading-bedrock-sentiment-tool — Action Group: sentiment score + top 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967727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trading-bedrock-options-tool — Action Group: PCR, IV percentile, max pain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7580375"/>
            <a:ext cx="91440" cy="768096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7580375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A020"/>
                </a:solidFill>
              </a:rPr>
              <a:t>Scheduled Lambdas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7900415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• trading-options-refresh — Warms options cache every 2 min + records IV history at 3:40 PM IST daily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DynamoDB — Serverless Database, Zero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052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05272" cy="502920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🗄️  trading-cache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5699"/>
                </a:solidFill>
              </a:rPr>
              <a:t>PK: cache_key  |  TTL: 5 minutes (auto-expires)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Stores API responses to avoid re-fetching live data. Subsequent users get cached results instantly without hitting yfinance again.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188720"/>
            <a:ext cx="56052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188720"/>
            <a:ext cx="5605272" cy="50292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43584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❤️  trading-wishlist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37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PK: user_id  |  SK: symbol  |  PITR: Enabled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488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User watchlist. Survives page refreshes and browser restarts. Point-In-Time Recovery enabled — no data loss.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6052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605272" cy="50292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21024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💼  trading-portfolio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7F3C"/>
                </a:solidFill>
              </a:rPr>
              <a:t>PK: user_id  |  SK: holding_id (UUID)  |  PITR: 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Holdings with buy price, quantity, and buy date. Each lot tracked separately. P&amp;L calculated live at query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3566160"/>
            <a:ext cx="56052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566160"/>
            <a:ext cx="5605272" cy="502920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621024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📈  trading-iv-history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4A020"/>
                </a:solidFill>
              </a:rPr>
              <a:t>PK: symbol  |  SK: date (YYYY-MM-DD)  |  TTL: 31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52628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Records ATM implied volatility at market close each day. Used to compute IV percentile (how expensive options are today vs past 30 days).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144768"/>
            <a:ext cx="11457432" cy="54864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236207"/>
            <a:ext cx="11183111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B4F00"/>
                </a:solidFill>
              </a:rPr>
              <a:t>Why DynamoDB?  Free tier (25 RCU/WCU always free) + On-demand billing + TTL auto-purge = Zero cache management code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a User Request Travels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43000"/>
            <a:ext cx="9445752" cy="47548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19786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User opens dashboard or types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367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911095"/>
            <a:ext cx="9445752" cy="475488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☁️ CloudFront CDN — Static files from S3 (cache hit) · API calls → 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404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679191"/>
            <a:ext cx="9445752" cy="475488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734056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🔀 API Gateway HTTP v2 — Matches route, invokes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72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447287"/>
            <a:ext cx="3959352" cy="530352"/>
          </a:xfrm>
          <a:prstGeom prst="rect">
            <a:avLst/>
          </a:prstGeom>
          <a:solidFill>
            <a:srgbClr val="FFF3CD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502151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7B4F00"/>
                </a:solidFill>
              </a:rPr>
              <a:t>🗄️  DynamoDB Cache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84447"/>
            <a:ext cx="3383280" cy="256032"/>
          </a:xfrm>
          <a:prstGeom prst="rect">
            <a:avLst/>
          </a:prstGeom>
          <a:solidFill>
            <a:srgbClr val="D1FAE5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02735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7F3C"/>
                </a:solidFill>
              </a:rPr>
              <a:t>✅ HIT → Return cached (&lt;50ms)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584447"/>
            <a:ext cx="3383280" cy="256032"/>
          </a:xfrm>
          <a:prstGeom prst="rect">
            <a:avLst/>
          </a:prstGeom>
          <a:solidFill>
            <a:srgbClr val="FEE2E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602735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❌ MISS → Continue below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99592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88536"/>
            <a:ext cx="4846320" cy="777240"/>
          </a:xfrm>
          <a:prstGeom prst="rect">
            <a:avLst/>
          </a:prstGeom>
          <a:solidFill>
            <a:srgbClr val="ECFFEC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361688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45314"/>
                </a:solidFill>
              </a:rPr>
              <a:t>🔢 TechnicalAgent
yfinance OHLCV → RSI, MACD, EMA, Bollinger, ADX
Score: 0 –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88536"/>
            <a:ext cx="4846320" cy="777240"/>
          </a:xfrm>
          <a:prstGeom prst="rect">
            <a:avLst/>
          </a:prstGeom>
          <a:solidFill>
            <a:srgbClr val="EEF4FF"/>
          </a:solidFill>
          <a:ln w="190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61688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3A6E"/>
                </a:solidFill>
              </a:rPr>
              <a:t>📰 SentimentAgent
6 RSS Feeds → VADER Sentiment Analysis
Score: -50 to +50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0840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367527"/>
            <a:ext cx="9445752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422391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</a:rPr>
              <a:t>Adaptive weighting: Final Score = Tech × 75% + Sentiment × 25%  (→ 55/45 on strong news)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797295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6071615"/>
            <a:ext cx="2157984" cy="475488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6135623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&gt;70 STRONG BUY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6071615"/>
            <a:ext cx="1792224" cy="475488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6135623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55–70 BUY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77256" y="6071615"/>
            <a:ext cx="1792224" cy="47548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22976" y="6135623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40–55 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42631" y="6071615"/>
            <a:ext cx="1792224" cy="475488"/>
          </a:xfrm>
          <a:prstGeom prst="rect">
            <a:avLst/>
          </a:prstGeom>
          <a:solidFill>
            <a:srgbClr val="EF77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6135623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25–40 SELL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8008" y="6071615"/>
            <a:ext cx="1755648" cy="47548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6135623"/>
            <a:ext cx="16642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&lt;25 STRONG SELL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the Signal Score is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5943600" cy="38404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Indicator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</a:rPr>
              <a:t>Bullish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896112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</a:rPr>
              <a:t>Bearish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943600" cy="402336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RSI (14-period)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258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32588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82495"/>
            <a:ext cx="5943600" cy="402336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4650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MACD Crossover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4650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4650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03120"/>
            <a:ext cx="5943600" cy="402336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67127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Bollinger Bands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67127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671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23744"/>
            <a:ext cx="5943600" cy="402336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87751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EMA 9/21 Crossover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587751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587751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44368"/>
            <a:ext cx="5943600" cy="402336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008375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RSI Divergence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008375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008375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64992"/>
            <a:ext cx="5943600" cy="402336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2900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SMA 20/50 Crossover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4290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42900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85616"/>
            <a:ext cx="5943600" cy="402336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8496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Volume Z-Score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84962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384962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943600" cy="402336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2702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ADX Directional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2702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270248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26864"/>
            <a:ext cx="5943600" cy="402336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9087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Stochastic RSI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6908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+8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46908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-8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47488"/>
            <a:ext cx="5943600" cy="402336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1114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News Sentiment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111496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7F3C"/>
                </a:solidFill>
              </a:rPr>
              <a:t>adaptive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511149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C0392B"/>
                </a:solidFill>
              </a:rPr>
              <a:t>adaptive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1225296"/>
            <a:ext cx="5943600" cy="36576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1243584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4A020"/>
                </a:solidFill>
              </a:rPr>
              <a:t>Starting baseline: 50 (neutral)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8686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A020"/>
                </a:solidFill>
              </a:rPr>
              <a:t>Signal Thresholds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1371600"/>
            <a:ext cx="3657600" cy="45720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14447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STRONG BUY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144475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&gt; 70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1901952"/>
            <a:ext cx="3657600" cy="45720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1975104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197510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55–70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2432304"/>
            <a:ext cx="3657600" cy="457200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250545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25054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40–55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2962656"/>
            <a:ext cx="3657600" cy="457200"/>
          </a:xfrm>
          <a:prstGeom prst="rect">
            <a:avLst/>
          </a:prstGeom>
          <a:solidFill>
            <a:srgbClr val="EF77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303580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30358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25–40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3493008"/>
            <a:ext cx="3657600" cy="457200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356616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STRONG SELL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356616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&lt; 25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4114800"/>
            <a:ext cx="5120640" cy="1143000"/>
          </a:xfrm>
          <a:prstGeom prst="rect">
            <a:avLst/>
          </a:prstGeom>
          <a:solidFill>
            <a:srgbClr val="1A2640"/>
          </a:solidFill>
          <a:ln w="1905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12280" y="418795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A020"/>
                </a:solidFill>
              </a:rPr>
              <a:t>News Sentiment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4553712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Final Score = Technical × Weight + Sentiment × Weight
Weight adapts:
75/25 (neutral news) → 65/35 (moderate) → 55/45 (strong news)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AI Chat — Powered by AWS Bedrock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502920"/>
          </a:xfrm>
          <a:prstGeom prst="rect">
            <a:avLst/>
          </a:prstGeom>
          <a:solidFill>
            <a:srgbClr val="ECFFEC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52120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3C"/>
                </a:solidFill>
              </a:rPr>
              <a:t>👤 "Should I buy ICICI Bank today?"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↓  POST /api/chat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486400" cy="548640"/>
          </a:xfrm>
          <a:prstGeom prst="rect">
            <a:avLst/>
          </a:prstGeom>
          <a:solidFill>
            <a:srgbClr val="EEF4FF"/>
          </a:solidFill>
          <a:ln w="190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5212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5699"/>
                </a:solidFill>
              </a:rPr>
              <a:t>⚡ trading-bedrock-chat Lambda
boto3.bedrock-agent-runtime.invoke_agent()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96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486400" cy="960120"/>
          </a:xfrm>
          <a:prstGeom prst="rect">
            <a:avLst/>
          </a:prstGeom>
          <a:solidFill>
            <a:srgbClr val="F5F0FF"/>
          </a:solidFill>
          <a:ln w="3175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🤖 AWS Bedrock — TradingAdvisorAgent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Model: Claude 3.5 Haiku  |  9 question types  |  10-min 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76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↓  Calls 3 Action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7F3C"/>
                </a:solidFill>
              </a:rPr>
              <a:t>get_technical_analysis()
bedrock-technical-tool
RSI, MACD, Score, Reasons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406908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411480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5699"/>
                </a:solidFill>
              </a:rPr>
              <a:t>get_news_sentiment()
bedrock-sentiment-tool
Sentiment score, Headlines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406908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25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4114800"/>
            <a:ext cx="14630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2570A"/>
                </a:solidFill>
              </a:rPr>
              <a:t>get_options_data()
bedrock-options-tool
PCR, IV%, Max Pain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19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↓  All tools return real data to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55778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66944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</a:rPr>
              <a:t>📊 Signal  ·  💰 Price  ·  🎯 Target  ·  🛑 Stop-Loss  ·  📝 Why  ·  ⚡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→ Follow-up suggestions appended → Chat UI renders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97280"/>
            <a:ext cx="5394960" cy="5029200"/>
          </a:xfrm>
          <a:prstGeom prst="rect">
            <a:avLst/>
          </a:prstGeom>
          <a:solidFill>
            <a:srgbClr val="0A1628"/>
          </a:solidFill>
          <a:ln w="1905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170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A020"/>
                </a:solidFill>
              </a:rPr>
              <a:t>Why Bedrock?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6002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Managed LLM — no GPU servers to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20370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Tool-use API — agent calls real Lambda functions to get real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8072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Claude never hallucinates numbers — all data comes from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107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Session memory — 10-minute conversation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01421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Pay per token — zero cost when no one is chatting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177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9 intent types handled — from analysis to 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212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Structured responses — same format every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Users See — 4 Tabs, One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60527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605272" cy="475488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Intraday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43 stock cards, auto-refreshed every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Signal badges: 🟢 BUY / 🟡 HOLD / 🔴 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Current price + today's %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Target price + Stop-loss chips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Mini 15-min intraday chart per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Filter by signal | Search | Export Excel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143000"/>
            <a:ext cx="560527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143000"/>
            <a:ext cx="5605272" cy="47548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2070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❤️ Wishlist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6733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Bookmark stocks with one click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116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Heart icon on every stock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500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Persisted in DynamoDB across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883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Live prices + signals updated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560527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605272" cy="475488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AI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165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Ask anything in plain English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9 question types 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932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10-min conversation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315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Contextual follow-up suggestions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986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Educational purposes disclaimer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3886200"/>
            <a:ext cx="560527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3886200"/>
            <a:ext cx="5605272" cy="475488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95020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💼 My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4165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Add holding: stock, buy price, qty,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7548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Live P&amp;L: day profit + total 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09320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Summary: Invested | Current Value | Gain%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43153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▸  Color-coded gains/losses per holding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External Data — 100% Free, No Paid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57432" cy="41148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33856"/>
            <a:ext cx="2377439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133856"/>
            <a:ext cx="3931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We 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9" y="1133856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1133856"/>
            <a:ext cx="822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457432" cy="630936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63624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📈 Yahoo Finance
(yfinance)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63624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3-month OHLCV history, current price, prev close, 15-min intraday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563624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Python library — no API key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19" y="1563624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1457432" cy="6309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31136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🏛️ NSE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231136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Options chain: calls/puts, open interest, IV, strikes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2231136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curl_cffi (mimics browser headers)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19" y="2231136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43784"/>
            <a:ext cx="11457432" cy="630936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98648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📰 Google News RSS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898648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NIFTY, Sensex, stock-specific Indian market news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2898648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feedparser (RSS reader)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898648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11296"/>
            <a:ext cx="11457432" cy="6309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📰 Economic Times RSS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566160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Indian financial markets news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3566160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feedparser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19" y="3566160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78808"/>
            <a:ext cx="11457432" cy="630936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33672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📰 Moneycontrol RSS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233672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Top Indian market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233672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feedparser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4233672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11457432" cy="630936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01183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📰 Business Standard RSS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901183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Premium Indian business news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4901183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feedparser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19" y="4901183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13831"/>
            <a:ext cx="11457432" cy="630936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568695"/>
            <a:ext cx="237743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📰 Livemint RSS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568695"/>
            <a:ext cx="39319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Financial daily news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5568695"/>
            <a:ext cx="26517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feedparser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5568695"/>
            <a:ext cx="82296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F3C"/>
                </a:solidFill>
              </a:rPr>
              <a:t>FREE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263640"/>
            <a:ext cx="11457432" cy="45720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355079"/>
            <a:ext cx="11183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B4F00"/>
                </a:solidFill>
              </a:rPr>
              <a:t>💰  Total external data cost: ₹0 / month   ·   All public, all free, all legal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Key Functions That Power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605272" cy="73152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3C"/>
                </a:solidFill>
              </a:rPr>
              <a:t>📋 SignalAgent.analyze()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backend/agents/signal_agent.py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Master orchestrator — calls TechnicalAgent + SentimentAgent in parallel, applies adaptive weighting, computes price targets (BB+ATR), returns final signal + all metadata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114300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143000"/>
            <a:ext cx="5605272" cy="73152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5699"/>
                </a:solidFill>
              </a:rPr>
              <a:t>📐 TechnicalAgent.analyze()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459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backend/agents/technical_agent.py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Scores 10 technical indicators (RSI, MACD, EMA, Bollinger, ADX, Stochastic, Volume, ATR, SMA, Divergence) → returns score 0–100 + plain-English reasons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605272" cy="7315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36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📰 SentimentAgent.get_sentiment_score()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20439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backend/agents/sentiment_agent.py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5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Fetches 6 RSS feeds asynchronously, runs VADER + finance lexicon on each headline, applies recency weighting (fresh news counts more) → returns score -50 to +50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301752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017520"/>
            <a:ext cx="5605272" cy="73152"/>
          </a:xfrm>
          <a:prstGeom prst="rect">
            <a:avLst/>
          </a:prstGeom>
          <a:solidFill>
            <a:srgbClr val="6B21A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136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</a:rPr>
              <a:t>🔍 _detect_intent()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20439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lambdas/trading_bedrock_chat/handler.py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9475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Regex-based intent classifier — expands aliases ('icici' → ICICIBANK), detects 9 intent types, returns (stock_symbol, intent_tag) for contextual follow-up suggestions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9204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5605272" cy="73152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A020"/>
                </a:solidFill>
              </a:rPr>
              <a:t>💼 loadPortfolio() + renderPortfolioTable()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94959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frontend/js/app.js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6927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Fetches all holdings from /api/portfolio, renders summary cards (invested/value/P&amp;L), builds sortable holdings table with live prices and color-coded gains/losses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4892040"/>
            <a:ext cx="5605272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4892040"/>
            <a:ext cx="5605272" cy="73152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010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</a:rPr>
              <a:t>📊 renderModalChart()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394959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frontend/js/app.js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669279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Renders intraday 15-min price chart using Chart.js in the stock detail modal. Handles market-closed case gracefully with a clear status message.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What's Live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Real-time BUY/SELL/HOLD for 43 NIFTY 50 stocks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978408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9966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11457432" cy="457200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72184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chatbot — answers any stock question in plain English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1463040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14813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83664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56816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Price targets + stop-loss with every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947672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68296"/>
            <a:ext cx="11457432" cy="457200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41448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Market news with sentiment labels (Bullish/Bearish)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2432303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4505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52928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2608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Portfolio tracker with live day P&amp;L + total P&amp;L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916936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935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37560"/>
            <a:ext cx="11457432" cy="457200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10712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Wishlist — save and monitor stocks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401568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34198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22191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95344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Excel export — download full analysis for all 43 stocks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886200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390448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06824"/>
            <a:ext cx="11457432" cy="457200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100% serverless — zero servers to manage or patch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4370832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4389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91456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Scales to 0 when market is closed — near-zero overnight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4855464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48737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76088"/>
            <a:ext cx="11457432" cy="457200"/>
          </a:xfrm>
          <a:prstGeom prst="rect">
            <a:avLst/>
          </a:prstGeom>
          <a:solidFill>
            <a:srgbClr val="121C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4924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&lt; 3 second response for cached stocks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5340096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5560" y="53583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760720"/>
            <a:ext cx="11457432" cy="457200"/>
          </a:xfrm>
          <a:prstGeom prst="rect">
            <a:avLst/>
          </a:prstGeom>
          <a:solidFill>
            <a:srgbClr val="1A2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833872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100% Infrastructure as Code (Terraform)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9840" y="5824728"/>
            <a:ext cx="1554480" cy="32004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58430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281928"/>
            <a:ext cx="11457432" cy="45720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373368"/>
            <a:ext cx="11183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B4F00"/>
                </a:solidFill>
              </a:rPr>
              <a:t>🏆  11 out of 11 goals achieved. Deployed on AWS, accessible 24/7.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Serverless = Near-Zero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429768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❌  Traditional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❌  EC2 t3.medium (always-on):  ~$30/month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❌  RDS db.t3.micro:  ~$25/month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2928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❌  Load Balancer:  ~$20/month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47288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❌  Managed Redis cache:  ~$15/month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5120640" cy="47548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2452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Total: ~$90/month minimum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394960" cy="4297680"/>
          </a:xfrm>
          <a:prstGeom prst="rect">
            <a:avLst/>
          </a:prstGeom>
          <a:solidFill>
            <a:srgbClr val="ECFFEC"/>
          </a:solidFill>
          <a:ln w="2540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7043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F3C"/>
                </a:solidFill>
              </a:rPr>
              <a:t>✅  Our Serverless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Lambda: 1M calls/month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DynamoDB: 25 RCU/WCU always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4203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CloudFront: First 1 TB/month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80944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S3: First 5 GB storage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19856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API Gateway: First 1M calls/month 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7F3C"/>
                </a:solidFill>
              </a:rPr>
              <a:t>✅  Bedrock: Pay per token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60520"/>
            <a:ext cx="5212080" cy="475488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22452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Estimated: $2–5/month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41848" y="2560320"/>
            <a:ext cx="594360" cy="594360"/>
          </a:xfrm>
          <a:prstGeom prst="rect">
            <a:avLst/>
          </a:prstGeom>
          <a:solidFill>
            <a:srgbClr val="0A162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41848" y="2596896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4A020"/>
                </a:solidFill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11457432" cy="59436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23559"/>
            <a:ext cx="11183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B4F00"/>
                </a:solidFill>
              </a:rPr>
              <a:t>💡  The market is open only ~30% of the time. Serverless means you pay near-ZERO during the 70% the market is closed.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Terraform — Everything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A1628"/>
                </a:solidFill>
              </a:rPr>
              <a:t>Why Terraform?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Reproducible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Entire infra recreatable in one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8658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865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Version Controlled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79191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Every change tracked in Git like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45536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🗑️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4553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Destroyable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terraform destroy removes everything cleanly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04487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7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No Console Clicks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97096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Zero manual AWS console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634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</a:rPr>
              <a:t>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Staging and Production always identical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97280"/>
            <a:ext cx="5669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17043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</a:rPr>
              <a:t>What Terraform Manages: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13 Lambda functions + 4 Lambda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92024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1 API Gateway + 15 routes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4028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1 CloudFront distribution + 2 S3 buckets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6032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4 DynamoDB tables + IAM roles &amp;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8036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1 Bedrock agent + 3 action 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0040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3 EventBridge schedulers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20439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  ▸  CloudWatch log groups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77639"/>
            <a:ext cx="5669280" cy="1417320"/>
          </a:xfrm>
          <a:prstGeom prst="rect">
            <a:avLst/>
          </a:prstGeom>
          <a:solidFill>
            <a:srgbClr val="1E1E1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50791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# Deploy everything: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270248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EC9B0"/>
                </a:solidFill>
              </a:rPr>
              <a:t>terraform apply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489704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# Remove everything: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709159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</a:rPr>
              <a:t>terraform destroy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928616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# Preview changes: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48072"/>
            <a:ext cx="5394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DDD00"/>
                </a:solidFill>
              </a:rPr>
              <a:t>terraform plan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Security — Defence in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011680" cy="530352"/>
          </a:xfrm>
          <a:prstGeom prst="rect">
            <a:avLst/>
          </a:prstGeom>
          <a:solidFill>
            <a:srgbClr val="C2570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097280"/>
            <a:ext cx="7223760" cy="530352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1887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Only public entry point. S3 not directly accessible. All traffic via HTTPS.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0784"/>
            <a:ext cx="2011680" cy="530352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700784"/>
            <a:ext cx="7223760" cy="53035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792224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Routes-only access. Lambda functions not invocable directly from the internet.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04288"/>
            <a:ext cx="2011680" cy="530352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IAM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304288"/>
            <a:ext cx="7223760" cy="530352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39572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Each Lambda has its own role with minimum required permissions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07791"/>
            <a:ext cx="2011680" cy="530352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DynamoDB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907791"/>
            <a:ext cx="7223760" cy="53035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99923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No public access. Lambda access only via IAM role — no hardcoded access keys.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11296"/>
            <a:ext cx="2011680" cy="530352"/>
          </a:xfrm>
          <a:prstGeom prst="rect">
            <a:avLst/>
          </a:prstGeom>
          <a:solidFill>
            <a:srgbClr val="6B21A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511296"/>
            <a:ext cx="7223760" cy="530352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360273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IAM-authenticated. No public model endpoint exposed to internet.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2011680" cy="530352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S3 Exports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114800"/>
            <a:ext cx="7223760" cy="53035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2062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Pre-signed URLs only. 1-hour expiry. No permanent public access to any export file.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097280"/>
            <a:ext cx="1737360" cy="36576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17043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Not Present: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1554480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Hardcoded credentials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075688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Public S3 buckets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596896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Direct Lambda URLs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1181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Shared IAM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639311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❌ Permanent export links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11457432" cy="59436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983479"/>
            <a:ext cx="11183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B4F00"/>
                </a:solidFill>
              </a:rPr>
              <a:t>🔒  Security was built in from day one, not bolted on. Every component communicates via IAM roles — no API keys or passwords in the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What's Next —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1E5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10515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5699"/>
                </a:solidFill>
              </a:rPr>
              <a:t>Multi-User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63040"/>
            <a:ext cx="25146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Amazon Cognito — each user gets own portfolio, wishlist, alerts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395728"/>
            <a:ext cx="2560320" cy="274320"/>
          </a:xfrm>
          <a:prstGeom prst="rect">
            <a:avLst/>
          </a:prstGeom>
          <a:solidFill>
            <a:srgbClr val="1E569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404872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960120"/>
            <a:ext cx="27432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051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10515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3C"/>
                </a:solidFill>
              </a:rPr>
              <a:t>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463040"/>
            <a:ext cx="25146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React Native using same API — iOS/Android with zero backend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2395728"/>
            <a:ext cx="2560320" cy="27432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2404872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960120"/>
            <a:ext cx="27432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051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10515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A020"/>
                </a:solidFill>
              </a:rPr>
              <a:t>Price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63040"/>
            <a:ext cx="25146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Amazon SNS + SES — email/SMS when stock crosses target/stop-loss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2395728"/>
            <a:ext cx="2560320" cy="274320"/>
          </a:xfrm>
          <a:prstGeom prst="rect">
            <a:avLst/>
          </a:prstGeom>
          <a:solidFill>
            <a:srgbClr val="F4A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404872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960120"/>
            <a:ext cx="27432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C257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051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10515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2570A"/>
                </a:solidFill>
              </a:rPr>
              <a:t>Backtesting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1463040"/>
            <a:ext cx="25146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Test signals against historical data — measure accuracy before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9448" y="2395728"/>
            <a:ext cx="2560320" cy="274320"/>
          </a:xfrm>
          <a:prstGeom prst="rect">
            <a:avLst/>
          </a:prstGeom>
          <a:solidFill>
            <a:srgbClr val="C2570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7736" y="2404872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52928"/>
            <a:ext cx="36576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</a:rPr>
              <a:t>Broker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3355848"/>
            <a:ext cx="3429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Zerodha / Upstox API — place real orders directly from 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79" y="4288536"/>
            <a:ext cx="3474720" cy="274320"/>
          </a:xfrm>
          <a:prstGeom prst="rect">
            <a:avLst/>
          </a:prstGeom>
          <a:solidFill>
            <a:srgbClr val="6B21A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297680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Researching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2852928"/>
            <a:ext cx="36576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1A7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6552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F3C"/>
                </a:solidFill>
              </a:rPr>
              <a:t>US Markets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355848"/>
            <a:ext cx="3429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NYSE/NASDAQ support — yfinance already supports US stocks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0831" y="4288536"/>
            <a:ext cx="3474720" cy="274320"/>
          </a:xfrm>
          <a:prstGeom prst="rect">
            <a:avLst/>
          </a:prstGeom>
          <a:solidFill>
            <a:srgbClr val="1A7F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297680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2852928"/>
            <a:ext cx="3657600" cy="1783080"/>
          </a:xfrm>
          <a:prstGeom prst="rect">
            <a:avLst/>
          </a:prstGeom>
          <a:solidFill>
            <a:srgbClr val="1A2640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4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8824" y="29443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E22CE"/>
                </a:solidFill>
              </a:rPr>
              <a:t>Model Upgrade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1" y="3355848"/>
            <a:ext cx="3429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Upgrade Claude 3.5 Haiku → Claude Sonnet for deeper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4288536"/>
            <a:ext cx="3474720" cy="274320"/>
          </a:xfrm>
          <a:prstGeom prst="rect">
            <a:avLst/>
          </a:prstGeom>
          <a:solidFill>
            <a:srgbClr val="7E22C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1" y="4297680"/>
            <a:ext cx="34381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00600"/>
            <a:ext cx="11457432" cy="502920"/>
          </a:xfrm>
          <a:prstGeom prst="rect">
            <a:avLst/>
          </a:prstGeom>
          <a:solidFill>
            <a:srgbClr val="FFF8E8"/>
          </a:solidFill>
          <a:ln w="25400">
            <a:solidFill>
              <a:srgbClr val="F4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892040"/>
            <a:ext cx="11183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B4F00"/>
                </a:solidFill>
              </a:rPr>
              <a:t>🚀  Foundation is solid. Every item above can be added without rebuilding the core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