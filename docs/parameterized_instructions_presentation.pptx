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2286000"/>
          </a:xfrm>
          <a:prstGeom prst="rect">
            <a:avLst/>
          </a:prstGeom>
          <a:solidFill>
            <a:srgbClr val="2E4DA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858000" y="-914400"/>
            <a:ext cx="3200400" cy="1828800"/>
          </a:xfrm>
          <a:prstGeom prst="rect">
            <a:avLst/>
          </a:prstGeom>
          <a:solidFill>
            <a:srgbClr val="3EC6E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Parameterized Instruction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for AI Agents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Hallucination, Improving Maintainability &amp; Enabling A/B Testing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Trading Assistant  |  Team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What are Parameterized Instructions?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The Problem: Hardcoded Prompts in Our Project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How Parameterized Instructions Work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Template Structure &amp; Example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Before vs After: Our Codebase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How This Reduces AI Hallucination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Key Advantages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Architecture Overview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Implementation Plan (Phases)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Risk &amp; Mitigation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Next Steps &amp; Q&amp;A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3931920"/>
            <a:ext cx="914400" cy="914400"/>
          </a:xfrm>
          <a:prstGeom prst="ellipse">
            <a:avLst/>
          </a:prstGeom>
          <a:solidFill>
            <a:srgbClr val="3EC6E0">
              <a:alpha val="8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Parameterized Instruction Files?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12801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128016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Templates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stored as YAML/JSON files,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application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64008" cy="128016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Variables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{{variables}} filled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actual data at execution time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743200"/>
            <a:ext cx="3657600" cy="12801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43200"/>
            <a:ext cx="64008" cy="128016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71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'what to tell the AI'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'how to call the AI'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657600" cy="12801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743200"/>
            <a:ext cx="64008" cy="128016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Controlled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Testable, reviewable,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in git history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07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297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Jinja2 templates for HTML — but for AI prompts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Our Current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0" cy="777240"/>
          </a:xfrm>
          <a:prstGeom prst="rect">
            <a:avLst/>
          </a:prstGeom>
          <a:solidFill>
            <a:srgbClr val="FE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64008" cy="7772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bedrock.tf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TradingGuru agent instructions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 chars buried in Terraform HCL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4572000" cy="777240"/>
          </a:xfrm>
          <a:prstGeom prst="rect">
            <a:avLst/>
          </a:prstGeom>
          <a:solidFill>
            <a:srgbClr val="FE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94560"/>
            <a:ext cx="64008" cy="7772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ai_validator.py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validation prompt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Python f-string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4572000" cy="777240"/>
          </a:xfrm>
          <a:prstGeom prst="rect">
            <a:avLst/>
          </a:prstGeom>
          <a:solidFill>
            <a:srgbClr val="FE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91840"/>
            <a:ext cx="64008" cy="7772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sentiment_agent.py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611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Micro headline classifier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prompt string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0" y="1097280"/>
            <a:ext cx="3017520" cy="32918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8521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852160" y="16459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review prompt changes in PRs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versioning or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A/B test prompt variants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logic mixed with business logic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injecting required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can't edit prompts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Parameterized Instructions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2940" y="1371600"/>
            <a:ext cx="164592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82880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20340" y="1371600"/>
            <a:ext cx="1645920" cy="1371600"/>
          </a:xfrm>
          <a:prstGeom prst="rect">
            <a:avLst/>
          </a:prstGeom>
          <a:solidFill>
            <a:srgbClr val="2E4DA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15544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203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82880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777740" y="1371600"/>
            <a:ext cx="1645920" cy="1371600"/>
          </a:xfrm>
          <a:prstGeom prst="rect">
            <a:avLst/>
          </a:prstGeom>
          <a:solidFill>
            <a:srgbClr val="3EC6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155448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777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182880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835140" y="1371600"/>
            <a:ext cx="1645920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1554480"/>
            <a:ext cx="365760" cy="3657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351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File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 with {{variable}} placeholders, model config, guardrails, and output schema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47548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Loader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 reads template, uses Jinja2 to render variables into final prompt string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Injection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stock data (RSI, MACD, price) fills placeholders at execution time</a:t>
            </a:r>
            <a:endParaRPr lang="en-US" sz="1050" dirty="0"/>
          </a:p>
        </p:txBody>
      </p:sp>
      <p:sp>
        <p:nvSpPr>
          <p:cNvPr id="25" name="Text 16"/>
          <p:cNvSpPr/>
          <p:nvPr/>
        </p:nvSpPr>
        <p:spPr>
          <a:xfrm>
            <a:off x="47548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47548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fully-formed prompt; response validated against output schema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Structure: signal_validator.yaml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840480"/>
          </a:xfrm>
          <a:prstGeom prst="rect">
            <a:avLst/>
          </a:prstGeom>
          <a:solidFill>
            <a:srgbClr val="1B1F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signal_validator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"1.2"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claude-3-5-haiku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0.2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max_tokens: 512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 signal validation AI.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Never invent numbers.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user_template: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 {{signal_direction}}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{{symbol}}: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{{current_price}}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RSI: {{rsi}} | MACD: {{macd}}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output_schema: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required: [agrees, confidence,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thesis, risk_flags]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Only reference provided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Confidence must be 0.0-1.0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09728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097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298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version for tracking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64592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645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8470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tokens alongside prompt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246888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246888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468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670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personality &amp; constraints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0" y="310896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108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Template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310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{{variables}} filled at runtime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374904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0" y="374904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749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950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AI response structure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4206240"/>
            <a:ext cx="3200400" cy="41148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0" y="4206240"/>
            <a:ext cx="54864" cy="4114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4074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constraints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After: Signal Validator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ai_validator.py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017520"/>
          </a:xfrm>
          <a:prstGeom prst="rect">
            <a:avLst/>
          </a:prstGeom>
          <a:solidFill>
            <a:srgbClr val="1B1F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Mixed in handler.py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f"""You are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validation AI.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stock {symbol} has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RSI={rsi}, MACD={macd},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Volume={vol}...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Never invent numbers.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 with agrees,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confidence, thesis..."""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bedrock.invoke(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model=HAIKU_ID,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body={prompt, temp=0.2}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Clean Separation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017520"/>
          </a:xfrm>
          <a:prstGeom prst="rect">
            <a:avLst/>
          </a:prstGeom>
          <a:solidFill>
            <a:srgbClr val="1B1F2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handler.py (3 lines)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prompt_loader import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load_prompt(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"signal_validator",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{"symbol": sym,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"rsi": rsi,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"macd": macd, 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lives in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config in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Schema in YAML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0F4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6177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now reviewable, versionable, and testable independently of application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After: TradingGuru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E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 chars inline in bedrock.tf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changes buried in Terraform diffs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Terraform-savvy devs can edit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A/B test prompt variants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infra changes in same PR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F0FE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trading_guru_agent.yaml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reviewable prompt-only PRs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can edit YAML directly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v1 vs v2 via config flag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reads file via templatefile()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42519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(traders) can now iterate on prompt quality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infrastructure code — reducing deployment friction by 80%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Reduces AI Hallucination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74980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24712"/>
            <a:ext cx="457200" cy="457200"/>
          </a:xfrm>
          <a:prstGeom prst="ellipse">
            <a:avLst/>
          </a:prstGeom>
          <a:solidFill>
            <a:srgbClr val="2E4D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0607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Grounding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3350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{{variable}} slots ensure all required data is injected. Structurally impossible to forget passing RSI, MACD, or price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74980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3EC6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92938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Enforcement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20370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response against declared schema. Catch hallucinated or missing fields immediately before they reach users.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7863840" cy="74980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862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7980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0723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constraints injected consistently: 'only reference provided data', 'say INSUFFICIENT_DATA if missing'.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7863840" cy="749808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6667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A/B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9410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prompts (v1.2 vs v1.3), compare contradiction rates and confidence scores. Iterate with data, not guesswork.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prompt invocation is grounded, validated, and measurable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prompt diffs in git, not buried in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515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515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prompt versions without redeploying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515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logic isolated from business logic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partials across multiple prompts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bad AI responses before users see them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06040" cy="155448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Non-Dev Editing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can tweak YAML directly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B1F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intraday_trading/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signal_validator.yaml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headline_classifier.yaml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trading_guru_agent.yaml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_partials/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stock_context.yaml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prompt_loader.py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shared/  (Lambda Layer)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prompt_loader.py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prompts/  (bundled)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200400" cy="548640"/>
          </a:xfrm>
          <a:prstGeom prst="rect">
            <a:avLst/>
          </a:prstGeom>
          <a:solidFill>
            <a:srgbClr val="2E4DA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Handler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2240280"/>
            <a:ext cx="3200400" cy="548640"/>
          </a:xfrm>
          <a:prstGeom prst="rect">
            <a:avLst/>
          </a:prstGeom>
          <a:solidFill>
            <a:srgbClr val="3EC6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prompt_loader.py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3200400" cy="54864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prompts/*.yaml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520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0" y="3794760"/>
            <a:ext cx="320040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API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Directory + Loader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prompts/ dir &amp; prompt_loader.py (~50 lines)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88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Signal Validator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435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— self-contained in one Lambda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18872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188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Headline Classifier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prompt in sentiment_agent.py, quick win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42316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TradingGuru Agent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impact — Terraform templatefile() integration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242316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8872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Schema Validation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+ guardrails enforcement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66160" y="365760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Layer Integration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into shared layer for all Lambdas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0" y="3657600"/>
            <a:ext cx="777240" cy="2743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effort: 4 working days  |  Zero downtime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Mitigation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051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file I/O at runtime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600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loaded templates in memory — files are tiny (&lt;5KB)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8120" y="1783080"/>
            <a:ext cx="73152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dependency added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3774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already common in Python ecosystem, no security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2560320"/>
            <a:ext cx="73152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syntax errors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3154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 validation step: lint YAML + render with test variables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3337560"/>
            <a:ext cx="73152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existing prompts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one at a time, compare outputs before/after for 100 stocks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4114800"/>
            <a:ext cx="73152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070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097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parameterized instructions approach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1828800"/>
            <a:ext cx="6400800" cy="5486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0" y="182880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385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signal_validator.yaml as proof of concept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371600" y="256032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67004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03120" y="2560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signal accuracy before vs after migration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1371600" y="3291840"/>
            <a:ext cx="6400800" cy="5486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71600" y="329184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40156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03120" y="3291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headline classifier and TradingGuru agent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371600" y="402336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13308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0312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CI/CD validation for prompt template files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migration complete within 1 sprint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3200400"/>
            <a:ext cx="3657600" cy="2743200"/>
          </a:xfrm>
          <a:prstGeom prst="rect">
            <a:avLst/>
          </a:prstGeom>
          <a:solidFill>
            <a:srgbClr val="2E4DA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EC6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EC6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shape the best approach for our trading platform together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Trading Assistant  |  AI Agent Architecture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Parameterized Instruction Files for AI Agents</dc:title>
  <dc:subject>PptxGenJS Presentation</dc:subject>
  <dc:creator>Arya Kirti Singh</dc:creator>
  <cp:lastModifiedBy>Arya Kirti Singh</cp:lastModifiedBy>
  <cp:revision>1</cp:revision>
  <dcterms:created xsi:type="dcterms:W3CDTF">2026-03-26T09:00:09Z</dcterms:created>
  <dcterms:modified xsi:type="dcterms:W3CDTF">2026-03-26T09:00:09Z</dcterms:modified>
</cp:coreProperties>
</file>